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embeddedFontLst>
    <p:embeddedFont>
      <p:font typeface="Instrument Sans Semi Bold"/>
      <p:regular r:id="rId27"/>
    </p:embeddedFont>
    <p:embeddedFont>
      <p:font typeface="Instrument Sans Semi Bold"/>
      <p:regular r:id="rId28"/>
    </p:embeddedFont>
    <p:embeddedFont>
      <p:font typeface="Instrument Sans Semi Bold"/>
      <p:regular r:id="rId29"/>
    </p:embeddedFont>
    <p:embeddedFont>
      <p:font typeface="Instrument Sans Semi Bold"/>
      <p:regular r:id="rId30"/>
    </p:embeddedFont>
    <p:embeddedFont>
      <p:font typeface="Instrument Sans Medium"/>
      <p:regular r:id="rId31"/>
    </p:embeddedFont>
    <p:embeddedFont>
      <p:font typeface="Instrument Sans Medium"/>
      <p:regular r:id="rId32"/>
    </p:embeddedFont>
    <p:embeddedFont>
      <p:font typeface="Instrument Sans Medium"/>
      <p:regular r:id="rId33"/>
    </p:embeddedFont>
    <p:embeddedFont>
      <p:font typeface="Instrument Sans Medium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8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20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9265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Flexbox CSS3: Atributos, Propriedades e Valores do Display Flex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5915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Domine o sistema de layout mais poderoso e flexível do CSS moderno para criar interfaces elegantes e responsivas.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65701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664637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640110"/>
            <a:ext cx="5177552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por Professor Gilmar dos Santos Freire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48508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Capítulo 1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102078" y="4106347"/>
            <a:ext cx="59125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Introdução ao Flexbox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515528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Descubra o modelo de layout que revolucionou o desenvolvimento front-end e facilitou a criação de interfaces responsivas.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568" y="430173"/>
            <a:ext cx="3911560" cy="48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 que é Flexbox?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7568" y="1294448"/>
            <a:ext cx="6576774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Flexbox é um modelo de layout unidimensional que permite organizar itens de forma intuitiva em linha ou coluna, oferecendo controle preciso sobre alinhamento e distribuição.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7568" y="1935718"/>
            <a:ext cx="6576774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 tecnologia elimina a necessidade de usar floats complexos ou posicionamento absoluto, tornando os layouts mais limpos e previsíveis.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13677" y="8082439"/>
            <a:ext cx="6576774" cy="664726"/>
          </a:xfrm>
          <a:prstGeom prst="roundRect">
            <a:avLst>
              <a:gd name="adj" fmla="val 21184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125" y="8316278"/>
            <a:ext cx="195501" cy="1564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22074" y="8277939"/>
            <a:ext cx="5911929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Flexbox trabalha em </a:t>
            </a:r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uma dimensão por vez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- seja horizontal ou vertical.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413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Display: flex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90311"/>
            <a:ext cx="7556421" cy="2265045"/>
          </a:xfrm>
          <a:prstGeom prst="roundRect">
            <a:avLst>
              <a:gd name="adj" fmla="val 9013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7171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Container Flexível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20754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Define o elemento pai como um container flexível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507004" y="3825597"/>
            <a:ext cx="7102793" cy="702945"/>
          </a:xfrm>
          <a:prstGeom prst="roundRect">
            <a:avLst>
              <a:gd name="adj" fmla="val 29041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495693" y="3825597"/>
            <a:ext cx="7125414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722507" y="3995618"/>
            <a:ext cx="667178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.container { display: flex; }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82170"/>
            <a:ext cx="7556421" cy="1805940"/>
          </a:xfrm>
          <a:prstGeom prst="roundRect">
            <a:avLst>
              <a:gd name="adj" fmla="val 11304"/>
            </a:avLst>
          </a:prstGeom>
          <a:solidFill>
            <a:srgbClr val="CEE6FD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2089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 Items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69940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Os filhos diretos automaticamente se tornam flex items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507004" y="619839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Ganham propriedades especiais de flexibilidade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6542"/>
            <a:ext cx="106495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Eixos do Flexbox: Principal e Transversal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18949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1530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Eixo Principal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643438"/>
            <a:ext cx="606778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Definido pela propriedade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20604" y="516528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Controla o fluxo principal dos itens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018949"/>
            <a:ext cx="6521410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2014" y="41530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Eixo Transversal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542014" y="464343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Sempre perpendicular ao eixo principal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542014" y="514242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Essencial para alinhamentos verticais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60101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Compreender esses eixos é fundamental para dominar alinhamentos e distribuição de espaço no Flexbox.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8715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Visualização dos Eixos Flexbox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716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Row (Linha)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55283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Eixo principal: horizontal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99502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Eixo transversal: vertical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43722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Fluxo da esquerda para direita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9716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Column (Coluna)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56321" y="455283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Eixo principal: vertical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99502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Eixo transversal: horizontal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43722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Fluxo de cima para baixo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94059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Capítulo 2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375189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Propriedades do Flex Container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550961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Explore as propriedades que controlam o comportamento do container flexível e seus itens filhos.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03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flex-direction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52794"/>
            <a:ext cx="6407944" cy="2411254"/>
          </a:xfrm>
          <a:prstGeom prst="roundRect">
            <a:avLst>
              <a:gd name="adj" fmla="val 846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383274"/>
            <a:ext cx="6346984" cy="680442"/>
          </a:xfrm>
          <a:prstGeom prst="roundRect">
            <a:avLst>
              <a:gd name="adj" fmla="val 24627"/>
            </a:avLst>
          </a:prstGeom>
          <a:solidFill>
            <a:srgbClr val="CEE6F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7621" y="2510790"/>
            <a:ext cx="340162" cy="4252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32905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row (padrão)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378094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Itens dispostos horizontalmente da esquerda para direita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352794"/>
            <a:ext cx="6408063" cy="2411254"/>
          </a:xfrm>
          <a:prstGeom prst="roundRect">
            <a:avLst>
              <a:gd name="adj" fmla="val 846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59027" y="2383274"/>
            <a:ext cx="6347103" cy="680442"/>
          </a:xfrm>
          <a:prstGeom prst="roundRect">
            <a:avLst>
              <a:gd name="adj" fmla="val 24627"/>
            </a:avLst>
          </a:prstGeom>
          <a:solidFill>
            <a:srgbClr val="CEE6F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2498" y="2510790"/>
            <a:ext cx="340162" cy="4252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5842" y="32905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row-reverse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85842" y="3780949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Itens horizontais da direita para esquerda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990862"/>
            <a:ext cx="6407944" cy="2048351"/>
          </a:xfrm>
          <a:prstGeom prst="roundRect">
            <a:avLst>
              <a:gd name="adj" fmla="val 996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4270" y="5021342"/>
            <a:ext cx="6346984" cy="680442"/>
          </a:xfrm>
          <a:prstGeom prst="roundRect">
            <a:avLst>
              <a:gd name="adj" fmla="val 24627"/>
            </a:avLst>
          </a:prstGeom>
          <a:solidFill>
            <a:srgbClr val="CEE6F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621" y="5148858"/>
            <a:ext cx="340162" cy="4252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084" y="5928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column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51084" y="641901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Itens dispostos verticalmente de cima para baixo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990862"/>
            <a:ext cx="6408063" cy="2048351"/>
          </a:xfrm>
          <a:prstGeom prst="roundRect">
            <a:avLst>
              <a:gd name="adj" fmla="val 996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59027" y="5021342"/>
            <a:ext cx="6347103" cy="680442"/>
          </a:xfrm>
          <a:prstGeom prst="roundRect">
            <a:avLst>
              <a:gd name="adj" fmla="val 24627"/>
            </a:avLst>
          </a:prstGeom>
          <a:solidFill>
            <a:srgbClr val="CEE6FD"/>
          </a:solidFill>
          <a:ln/>
        </p:spPr>
      </p:sp>
      <p:sp>
        <p:nvSpPr>
          <p:cNvPr id="20" name="Text 15"/>
          <p:cNvSpPr/>
          <p:nvPr/>
        </p:nvSpPr>
        <p:spPr>
          <a:xfrm>
            <a:off x="7685842" y="5928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column-reverse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7685842" y="641901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Itens verticais de baixo para cima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flex-wrap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74280" y="1752481"/>
            <a:ext cx="463868" cy="463868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8244245" y="1823323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nowrap (padrão)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44245" y="2351603"/>
            <a:ext cx="5672138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Todos os itens permanecem em uma única linha, mesmo que transbordem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74280" y="3423761"/>
            <a:ext cx="463868" cy="463868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8244245" y="3494603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wrap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44245" y="4022884"/>
            <a:ext cx="5672138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Itens quebram para novas linhas quando necessário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74280" y="4765119"/>
            <a:ext cx="463868" cy="463868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</p:sp>
      <p:sp>
        <p:nvSpPr>
          <p:cNvPr id="11" name="Text 8"/>
          <p:cNvSpPr/>
          <p:nvPr/>
        </p:nvSpPr>
        <p:spPr>
          <a:xfrm>
            <a:off x="8244245" y="4835962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wrap-reverse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44245" y="5364242"/>
            <a:ext cx="5672138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Quebra linhas em ordem reversa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00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flex-flow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92467"/>
            <a:ext cx="13042821" cy="1567815"/>
          </a:xfrm>
          <a:prstGeom prst="roundRect">
            <a:avLst>
              <a:gd name="adj" fmla="val 13021"/>
            </a:avLst>
          </a:prstGeom>
          <a:solidFill>
            <a:srgbClr val="B6FCB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2902148"/>
            <a:ext cx="354330" cy="283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1748" y="2875955"/>
            <a:ext cx="31426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Propriedade Shorthand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01748" y="3457099"/>
            <a:ext cx="1200804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Combina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flex-wrap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em uma única declaração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415433"/>
            <a:ext cx="4196358" cy="2384108"/>
          </a:xfrm>
          <a:prstGeom prst="roundRect">
            <a:avLst>
              <a:gd name="adj" fmla="val 8563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46422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Sintaxe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20604" y="5251728"/>
            <a:ext cx="3742730" cy="702945"/>
          </a:xfrm>
          <a:prstGeom prst="roundRect">
            <a:avLst>
              <a:gd name="adj" fmla="val 29041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1009293" y="5251728"/>
            <a:ext cx="3765352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1236107" y="5421749"/>
            <a:ext cx="33117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flex-flow: &lt;direction&gt; &lt;wrap&gt;;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216962" y="4415433"/>
            <a:ext cx="4196358" cy="2384108"/>
          </a:xfrm>
          <a:prstGeom prst="roundRect">
            <a:avLst>
              <a:gd name="adj" fmla="val 8563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5443776" y="46422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Exemplo Prático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443776" y="5251728"/>
            <a:ext cx="3742730" cy="702945"/>
          </a:xfrm>
          <a:prstGeom prst="roundRect">
            <a:avLst>
              <a:gd name="adj" fmla="val 29041"/>
            </a:avLst>
          </a:prstGeom>
          <a:solidFill>
            <a:srgbClr val="F2F2F2"/>
          </a:solidFill>
          <a:ln/>
        </p:spPr>
      </p:sp>
      <p:sp>
        <p:nvSpPr>
          <p:cNvPr id="15" name="Shape 12"/>
          <p:cNvSpPr/>
          <p:nvPr/>
        </p:nvSpPr>
        <p:spPr>
          <a:xfrm>
            <a:off x="5432465" y="5251728"/>
            <a:ext cx="3765352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5659279" y="5421749"/>
            <a:ext cx="33117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flex-flow: row wrap;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5443776" y="620982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Itens em linha que podem quebrar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9640133" y="4415433"/>
            <a:ext cx="4196358" cy="2384108"/>
          </a:xfrm>
          <a:prstGeom prst="roundRect">
            <a:avLst>
              <a:gd name="adj" fmla="val 8563"/>
            </a:avLst>
          </a:prstGeom>
          <a:solidFill>
            <a:srgbClr val="CEE6FD"/>
          </a:solidFill>
          <a:ln/>
        </p:spPr>
      </p:sp>
      <p:sp>
        <p:nvSpPr>
          <p:cNvPr id="19" name="Text 16"/>
          <p:cNvSpPr/>
          <p:nvPr/>
        </p:nvSpPr>
        <p:spPr>
          <a:xfrm>
            <a:off x="9866948" y="46422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Outro Exemplo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9866948" y="5251728"/>
            <a:ext cx="3742730" cy="702945"/>
          </a:xfrm>
          <a:prstGeom prst="roundRect">
            <a:avLst>
              <a:gd name="adj" fmla="val 29041"/>
            </a:avLst>
          </a:prstGeom>
          <a:solidFill>
            <a:srgbClr val="F2F2F2"/>
          </a:solidFill>
          <a:ln/>
        </p:spPr>
      </p:sp>
      <p:sp>
        <p:nvSpPr>
          <p:cNvPr id="21" name="Shape 18"/>
          <p:cNvSpPr/>
          <p:nvPr/>
        </p:nvSpPr>
        <p:spPr>
          <a:xfrm>
            <a:off x="9855637" y="5251728"/>
            <a:ext cx="3765352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22" name="Text 19"/>
          <p:cNvSpPr/>
          <p:nvPr/>
        </p:nvSpPr>
        <p:spPr>
          <a:xfrm>
            <a:off x="10082451" y="5421749"/>
            <a:ext cx="33117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flex-flow: column nowrap;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9866948" y="620982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Itens em coluna sem quebra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7984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830" y="2292548"/>
            <a:ext cx="3425785" cy="428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justify-content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37830" y="2926199"/>
            <a:ext cx="13154739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Controla o alinhamento dos itens no eixo principal, distribuindo o espaço extra disponível no container.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0" y="3299460"/>
            <a:ext cx="2054066" cy="12694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7830" y="4705826"/>
            <a:ext cx="1712833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flex-start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7830" y="5002054"/>
            <a:ext cx="3160276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Alinha os itens no início do container.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318" y="3299460"/>
            <a:ext cx="2054066" cy="12694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69318" y="4705826"/>
            <a:ext cx="1712833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flex-end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069318" y="5002054"/>
            <a:ext cx="3160276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Alinha os itens no final do container.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806" y="3299460"/>
            <a:ext cx="2054066" cy="12694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00806" y="4705826"/>
            <a:ext cx="1712833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center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7400806" y="5002054"/>
            <a:ext cx="3160276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Centraliza os itens no container.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2294" y="3299460"/>
            <a:ext cx="2054066" cy="12694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732294" y="4705826"/>
            <a:ext cx="1712833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space-between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10732294" y="5002054"/>
            <a:ext cx="3160276" cy="43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Distribui espaço igualmente entre os itens, sem espaço nas bordas.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30" y="5714405"/>
            <a:ext cx="2054066" cy="12694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37830" y="7120771"/>
            <a:ext cx="1712833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space-around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737830" y="7416998"/>
            <a:ext cx="3160276" cy="43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Distribui espaço igualmente ao redor de cada item.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9318" y="5714405"/>
            <a:ext cx="2054066" cy="126944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069318" y="7120771"/>
            <a:ext cx="1712833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space-evenly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4069318" y="7416998"/>
            <a:ext cx="3160276" cy="43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Distribui espaço perfeitamente igual entre os itens e as bordas.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6615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1633" y="2118003"/>
            <a:ext cx="3164919" cy="39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align-items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81633" y="2703314"/>
            <a:ext cx="13267134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Define como os itens são alinhados no eixo transversal dentro de suas linhas, controlando o alinhamento vertical.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33" y="3048119"/>
            <a:ext cx="2805946" cy="17341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1633" y="4908828"/>
            <a:ext cx="1582460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stretch (padrão)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81633" y="5182433"/>
            <a:ext cx="4316849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Itens esticam para preencher o container.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716" y="3048119"/>
            <a:ext cx="2805946" cy="17341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56716" y="4908828"/>
            <a:ext cx="1582460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flex-start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156716" y="5182433"/>
            <a:ext cx="4316849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Alinha no início do eixo transversal.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1799" y="3048119"/>
            <a:ext cx="2805946" cy="173414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31799" y="4908828"/>
            <a:ext cx="1582460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flex-end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9631799" y="5182433"/>
            <a:ext cx="4316849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Alinha no final do eixo transversal.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33" y="5637967"/>
            <a:ext cx="2805946" cy="173414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1633" y="7498675"/>
            <a:ext cx="1582460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center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681633" y="7772281"/>
            <a:ext cx="4316849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Centraliza os itens verticalmente.</a:t>
            </a:r>
            <a:endParaRPr lang="en-US" sz="9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6716" y="5637967"/>
            <a:ext cx="2805946" cy="173414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56716" y="7498675"/>
            <a:ext cx="1582460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5156716" y="7772281"/>
            <a:ext cx="4316849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Alinha pela linha base do texto.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181" y="389096"/>
            <a:ext cx="3537823" cy="44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align-content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5181" y="1170622"/>
            <a:ext cx="6647378" cy="46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Controla o alinhamento de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múltiplas linhas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no eixo transversal quando há espaço extra. Só funciona com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flex-wrap: wrap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5181" y="1797963"/>
            <a:ext cx="6647378" cy="601266"/>
          </a:xfrm>
          <a:prstGeom prst="roundRect">
            <a:avLst>
              <a:gd name="adj" fmla="val 21182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627" y="2010966"/>
            <a:ext cx="176808" cy="1414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4881" y="1974771"/>
            <a:ext cx="6046232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Não tem efeito quando há apenas uma linha de itens!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461" y="1202531"/>
            <a:ext cx="6647378" cy="66473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5461" y="8009096"/>
            <a:ext cx="6647378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Entenda os valores de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align-content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495461" y="8378071"/>
            <a:ext cx="6647378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flex-start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- linhas no topo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495461" y="8669179"/>
            <a:ext cx="6647378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- linhas centralizadas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495461" y="8960287"/>
            <a:ext cx="6647378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space-between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- espaço entre linhas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495461" y="9251394"/>
            <a:ext cx="6647378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stretch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- linhas esticadas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7317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Exemplos Visuais de Alinhamento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30893"/>
            <a:ext cx="3664744" cy="1730812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084" y="3588187"/>
            <a:ext cx="29898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justify-content: center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084" y="4078605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Centraliza horizontalmente no eixo principal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3330893"/>
            <a:ext cx="3664863" cy="1730812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42642" y="35881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align-items: center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42642" y="4078605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Centraliza verticalmente no eixo transversal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88518"/>
            <a:ext cx="7556421" cy="1367909"/>
          </a:xfrm>
          <a:prstGeom prst="roundRect">
            <a:avLst>
              <a:gd name="adj" fmla="val 14924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084" y="5545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Combinação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51084" y="6036231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Juntas criam o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centro perfeito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8508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Capítulo 3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813792" y="4106347"/>
            <a:ext cx="75164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Propriedades dos Flex Items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515528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Descubra como controlar individualmente o comportamento de cada item flexível.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8601"/>
            <a:ext cx="87518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flex-grow, flex-shrink e flex-basis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299960" y="2351008"/>
            <a:ext cx="30480" cy="4689872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</p:sp>
      <p:sp>
        <p:nvSpPr>
          <p:cNvPr id="4" name="Shape 2"/>
          <p:cNvSpPr/>
          <p:nvPr/>
        </p:nvSpPr>
        <p:spPr>
          <a:xfrm>
            <a:off x="6410087" y="2590919"/>
            <a:ext cx="680442" cy="30480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</p:sp>
      <p:sp>
        <p:nvSpPr>
          <p:cNvPr id="5" name="Shape 3"/>
          <p:cNvSpPr/>
          <p:nvPr/>
        </p:nvSpPr>
        <p:spPr>
          <a:xfrm>
            <a:off x="7060049" y="2351008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6" name="Text 4"/>
          <p:cNvSpPr/>
          <p:nvPr/>
        </p:nvSpPr>
        <p:spPr>
          <a:xfrm>
            <a:off x="7145119" y="239351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3345894" y="24288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flex-grow (padrão: 0)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2919293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Define quanto o item </a:t>
            </a:r>
            <a:pPr algn="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cresce</a:t>
            </a:r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preencher espaço extra disponível no container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3781187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Valor 0 = não cresce | Valor 1+ = cresce proporcionalmente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539871" y="3951803"/>
            <a:ext cx="680442" cy="30480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</p:sp>
      <p:sp>
        <p:nvSpPr>
          <p:cNvPr id="11" name="Shape 9"/>
          <p:cNvSpPr/>
          <p:nvPr/>
        </p:nvSpPr>
        <p:spPr>
          <a:xfrm>
            <a:off x="7060049" y="3711892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7145119" y="37543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8449270" y="3789759"/>
            <a:ext cx="28898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flex-shrink (padrão: 1)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49270" y="4280178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Controla quanto o item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5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encolhe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quando o espaço é insuficiente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449270" y="5142071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Valor 0 = não encolhe | Valor 1+ = encolhe proporcionalmente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6410087" y="5256609"/>
            <a:ext cx="680442" cy="30480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</p:sp>
      <p:sp>
        <p:nvSpPr>
          <p:cNvPr id="17" name="Shape 15"/>
          <p:cNvSpPr/>
          <p:nvPr/>
        </p:nvSpPr>
        <p:spPr>
          <a:xfrm>
            <a:off x="7060049" y="5016698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18" name="Text 16"/>
          <p:cNvSpPr/>
          <p:nvPr/>
        </p:nvSpPr>
        <p:spPr>
          <a:xfrm>
            <a:off x="7145119" y="505920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2945249" y="5094565"/>
            <a:ext cx="32358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flex-basis (padrão: auto)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3790" y="5584984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Define o </a:t>
            </a:r>
            <a:pPr algn="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A56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tamanho inicial</a:t>
            </a:r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do item antes de crescer ou encolher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93790" y="6446877"/>
            <a:ext cx="53873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Pode ser: auto, 0, 200px, 50%, etc.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42342"/>
            <a:ext cx="671607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Propriedade shorthand: flex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80190" y="1586389"/>
            <a:ext cx="75564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Combina as três propriedades de flexibilidade em uma única declaração elegante.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80190" y="2469356"/>
            <a:ext cx="3676174" cy="2456855"/>
          </a:xfrm>
          <a:prstGeom prst="roundRect">
            <a:avLst>
              <a:gd name="adj" fmla="val 7478"/>
            </a:avLst>
          </a:prstGeom>
          <a:solidFill>
            <a:srgbClr val="CEE6FD"/>
          </a:solidFill>
          <a:ln/>
        </p:spPr>
      </p:sp>
      <p:sp>
        <p:nvSpPr>
          <p:cNvPr id="6" name="Shape 3"/>
          <p:cNvSpPr/>
          <p:nvPr/>
        </p:nvSpPr>
        <p:spPr>
          <a:xfrm>
            <a:off x="6484263" y="2673429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4C1F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617" y="2807375"/>
            <a:ext cx="275511" cy="3444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84263" y="348984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flex: 1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484263" y="3931087"/>
            <a:ext cx="3268028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Equivale a: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1 1 0%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84263" y="4395430"/>
            <a:ext cx="32680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Item cresce e encolhe igualmente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0160437" y="2469356"/>
            <a:ext cx="3676174" cy="2456855"/>
          </a:xfrm>
          <a:prstGeom prst="roundRect">
            <a:avLst>
              <a:gd name="adj" fmla="val 7478"/>
            </a:avLst>
          </a:prstGeom>
          <a:solidFill>
            <a:srgbClr val="CEE6FD"/>
          </a:solidFill>
          <a:ln/>
        </p:spPr>
      </p:sp>
      <p:sp>
        <p:nvSpPr>
          <p:cNvPr id="12" name="Shape 8"/>
          <p:cNvSpPr/>
          <p:nvPr/>
        </p:nvSpPr>
        <p:spPr>
          <a:xfrm>
            <a:off x="10364510" y="2673429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4C1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864" y="2807375"/>
            <a:ext cx="275511" cy="3444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64510" y="348984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flex: auto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0364510" y="3931087"/>
            <a:ext cx="3268028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Equivale a: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1 auto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0364510" y="4395430"/>
            <a:ext cx="32680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Flexível com tamanho natural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280190" y="5130284"/>
            <a:ext cx="7556421" cy="2456855"/>
          </a:xfrm>
          <a:prstGeom prst="roundRect">
            <a:avLst>
              <a:gd name="adj" fmla="val 7478"/>
            </a:avLst>
          </a:prstGeom>
          <a:solidFill>
            <a:srgbClr val="CEE6FD"/>
          </a:solidFill>
          <a:ln/>
        </p:spPr>
      </p:sp>
      <p:sp>
        <p:nvSpPr>
          <p:cNvPr id="18" name="Shape 13"/>
          <p:cNvSpPr/>
          <p:nvPr/>
        </p:nvSpPr>
        <p:spPr>
          <a:xfrm>
            <a:off x="6484263" y="5334357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4C1F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617" y="5468302"/>
            <a:ext cx="275511" cy="3444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84263" y="615076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flex: none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6484263" y="6592014"/>
            <a:ext cx="7148274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Equivale a: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 0 auto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84263" y="7056358"/>
            <a:ext cx="71482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Tamanho fixo, não flexível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order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0604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Permite reorganizar visualmente os itens sem alterar a estrutura HTML, oferecendo flexibilidade total no layout.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574280" y="2707422"/>
            <a:ext cx="102989" cy="102989"/>
          </a:xfrm>
          <a:prstGeom prst="roundRect">
            <a:avLst>
              <a:gd name="adj" fmla="val 443931"/>
            </a:avLst>
          </a:prstGeom>
          <a:solidFill>
            <a:srgbClr val="84C1FA"/>
          </a:solidFill>
          <a:ln/>
        </p:spPr>
      </p:sp>
      <p:sp>
        <p:nvSpPr>
          <p:cNvPr id="6" name="Text 3"/>
          <p:cNvSpPr/>
          <p:nvPr/>
        </p:nvSpPr>
        <p:spPr>
          <a:xfrm>
            <a:off x="7883366" y="2597825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Valores numéricos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883366" y="3126105"/>
            <a:ext cx="6033016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Menor número aparece primeiro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574280" y="3977938"/>
            <a:ext cx="102989" cy="102989"/>
          </a:xfrm>
          <a:prstGeom prst="roundRect">
            <a:avLst>
              <a:gd name="adj" fmla="val 443931"/>
            </a:avLst>
          </a:prstGeom>
          <a:solidFill>
            <a:srgbClr val="84C1FA"/>
          </a:solidFill>
          <a:ln/>
        </p:spPr>
      </p:sp>
      <p:sp>
        <p:nvSpPr>
          <p:cNvPr id="9" name="Text 6"/>
          <p:cNvSpPr/>
          <p:nvPr/>
        </p:nvSpPr>
        <p:spPr>
          <a:xfrm>
            <a:off x="7883366" y="3868341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Padrão: 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883366" y="4396621"/>
            <a:ext cx="6033016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Todos começam com order: 0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74280" y="5248454"/>
            <a:ext cx="102989" cy="102989"/>
          </a:xfrm>
          <a:prstGeom prst="roundRect">
            <a:avLst>
              <a:gd name="adj" fmla="val 443931"/>
            </a:avLst>
          </a:prstGeom>
          <a:solidFill>
            <a:srgbClr val="84C1FA"/>
          </a:solidFill>
          <a:ln/>
        </p:spPr>
      </p:sp>
      <p:sp>
        <p:nvSpPr>
          <p:cNvPr id="12" name="Text 9"/>
          <p:cNvSpPr/>
          <p:nvPr/>
        </p:nvSpPr>
        <p:spPr>
          <a:xfrm>
            <a:off x="7883366" y="5138857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Exemplos práticos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883366" y="5667137"/>
            <a:ext cx="6033016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order: -1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move para o início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883366" y="6205418"/>
            <a:ext cx="6033016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order: 99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move para o final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30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align-self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35468"/>
            <a:ext cx="1304282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Sobrescreve o alinhamento definido por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um item específico.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76381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326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flex-start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1726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Alinha este item no início do eixo transversal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2476381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326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center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381726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Centraliza este item individualmente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33793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484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flex-end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5974675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Alinha este item no final do eixo transversal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485221" y="4622483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4633793"/>
            <a:ext cx="566976" cy="5669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56884" y="5484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stretch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456884" y="5974675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Estica este item para preencher o espaço</a:t>
            </a:r>
            <a:endParaRPr lang="en-US" sz="1750" dirty="0"/>
          </a:p>
        </p:txBody>
      </p:sp>
      <p:sp>
        <p:nvSpPr>
          <p:cNvPr id="17" name="Shape 11"/>
          <p:cNvSpPr/>
          <p:nvPr/>
        </p:nvSpPr>
        <p:spPr>
          <a:xfrm>
            <a:off x="793790" y="6592729"/>
            <a:ext cx="13042821" cy="963811"/>
          </a:xfrm>
          <a:prstGeom prst="roundRect">
            <a:avLst>
              <a:gd name="adj" fmla="val 21181"/>
            </a:avLst>
          </a:prstGeom>
          <a:solidFill>
            <a:srgbClr val="B6D6F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04" y="6936819"/>
            <a:ext cx="283488" cy="22681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30906" y="6876217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Útil para criar layouts únicos onde alguns itens precisam de alinhamento diferente!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304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45155"/>
            <a:ext cx="982396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Conclusão: Flexbox para Layouts Modernos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93790" y="4615220"/>
            <a:ext cx="4219099" cy="192762"/>
          </a:xfrm>
          <a:prstGeom prst="roundRect">
            <a:avLst>
              <a:gd name="adj" fmla="val 90019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986552" y="5000744"/>
            <a:ext cx="345543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Essencial para Responsividade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86552" y="5417582"/>
            <a:ext cx="383357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Flexbox é a base para layouts que se adaptam perfeitamente a qualquer dispositivo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205651" y="4326017"/>
            <a:ext cx="4219099" cy="192762"/>
          </a:xfrm>
          <a:prstGeom prst="roundRect">
            <a:avLst>
              <a:gd name="adj" fmla="val 90019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5398413" y="471154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Interfaces Elegantes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398413" y="5128379"/>
            <a:ext cx="383357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Dominar seus atributos permite criar interfaces flexíveis e visualmente atraentes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17512" y="4036814"/>
            <a:ext cx="4219099" cy="192762"/>
          </a:xfrm>
          <a:prstGeom prst="roundRect">
            <a:avLst>
              <a:gd name="adj" fmla="val 90019"/>
            </a:avLst>
          </a:prstGeom>
          <a:solidFill>
            <a:srgbClr val="CEE6FD"/>
          </a:solidFill>
          <a:ln/>
        </p:spPr>
      </p:sp>
      <p:sp>
        <p:nvSpPr>
          <p:cNvPr id="11" name="Text 8"/>
          <p:cNvSpPr/>
          <p:nvPr/>
        </p:nvSpPr>
        <p:spPr>
          <a:xfrm>
            <a:off x="9810274" y="442233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Prática Constante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810274" y="4839176"/>
            <a:ext cx="383357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Aplique esses conceitos em projetos reais para solidificar seu conhecimento e se tornar um expert!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82993" y="6969085"/>
            <a:ext cx="1275361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Flexbox revolucionou o desenvolvimento front-end. </a:t>
            </a:r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Domine-o e eleve seus layouts ao próximo nível!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93790" y="6752273"/>
            <a:ext cx="22860" cy="741998"/>
          </a:xfrm>
          <a:prstGeom prst="rect">
            <a:avLst/>
          </a:prstGeom>
          <a:solidFill>
            <a:srgbClr val="84C1F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2025-09-17T23:29:41Z</dcterms:created>
  <dcterms:modified xsi:type="dcterms:W3CDTF">2025-09-17T23:29:41Z</dcterms:modified>
</cp:coreProperties>
</file>